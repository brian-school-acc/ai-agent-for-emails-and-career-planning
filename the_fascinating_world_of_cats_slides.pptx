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Kick off the presentation by establishing the global admiration and cultural significance of cats.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the diversity in breeds and their distinct personalities.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their benefits and convince any skeptics.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light and engaging by sharing astonishing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the audience smiling and considering adopting a cat!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8C0F0F"/>
                </a:solidFill>
              </a:rPr>
              <a:t>The Fascinating World of Cats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the Lives and Loves of Felines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C0F0F"/>
                </a:solidFill>
              </a:rPr>
              <a:t>Introduction to Cats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Cats are one of the most popular pets worldwide.</a:t>
            </a:r>
          </a:p>
          <a:p>
            <a:r>
              <a:t>• Known for their independence, agility, and mysterious nature.</a:t>
            </a:r>
          </a:p>
          <a:p>
            <a:r>
              <a:t>• Symbolic relevance in various cultures.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C0F0F"/>
                </a:solidFill>
              </a:rPr>
              <a:t>Cat Breeds and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Popular breeds:</a:t>
            </a:r>
          </a:p>
          <a:p>
            <a:r>
              <a:t>• Persian: Elegant and calm.</a:t>
            </a:r>
          </a:p>
          <a:p>
            <a:r>
              <a:t>• Maine Coon: Large and gentle.</a:t>
            </a:r>
          </a:p>
          <a:p>
            <a:r>
              <a:t>• Siamese: Vocal and affectionate.</a:t>
            </a:r>
          </a:p>
          <a:p>
            <a:r>
              <a:t>• Bengal: Energetic and exotic appearance.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C0F0F"/>
                </a:solidFill>
              </a:rPr>
              <a:t>Why Cats Make Great 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Low-maintenance compared to dogs.</a:t>
            </a:r>
          </a:p>
          <a:p>
            <a:r>
              <a:t>• Natural hunters: Keep rodents in check.</a:t>
            </a:r>
          </a:p>
          <a:p>
            <a:r>
              <a:t>• Affectionate and bond closely with owners.</a:t>
            </a:r>
          </a:p>
          <a:p>
            <a:r>
              <a:t>• Therapeutic presence for mental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C0F0F"/>
                </a:solidFill>
              </a:rPr>
              <a:t>Fun Cat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Cats can rotate their ears 180 degrees.</a:t>
            </a:r>
          </a:p>
          <a:p>
            <a:r>
              <a:t>• They spend 70% of their lives sleeping.</a:t>
            </a:r>
          </a:p>
          <a:p>
            <a:r>
              <a:t>• The oldest cat on record lived 38 years.</a:t>
            </a:r>
          </a:p>
          <a:p>
            <a:r>
              <a:t>• Cats greet each other by nose touching.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C0F0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Cats are more than just pets—they’re companions and sources of joy.</a:t>
            </a:r>
          </a:p>
          <a:p>
            <a:r>
              <a:t>• Embrace the charm and quirks of these feline friends.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